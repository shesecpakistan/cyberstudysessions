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051560"/>
            <a:ext cx="4023360" cy="4023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root@shesec</a:t>
            </a:r>
            <a:pPr algn="l" indent="0" marL="0">
              <a:buNone/>
            </a:pPr>
            <a:r>
              <a:rPr lang="en-US" sz="14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:~# </a:t>
            </a:r>
            <a:pPr algn="l" indent="0" marL="0">
              <a:buNone/>
            </a:pPr>
            <a:r>
              <a:rPr lang="en-US" sz="14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./study-session.sh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Basics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40080" y="3154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5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</a:t>
            </a:r>
            <a:pPr algn="l" indent="0" marL="0">
              <a:buNone/>
            </a:pPr>
            <a:r>
              <a:rPr lang="en-US" sz="3400" b="1" dirty="0">
                <a:solidFill>
                  <a:srgbClr val="B58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 Tools for Web Pentesting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685800" y="4526280"/>
            <a:ext cx="2926080" cy="0"/>
          </a:xfrm>
          <a:prstGeom prst="line">
            <a:avLst/>
          </a:prstGeom>
          <a:noFill/>
          <a:ln w="25400">
            <a:solidFill>
              <a:srgbClr val="F5B8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709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SheSec Pakistan  ·  Cyber Study Session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BEGINNER FRIENDLY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0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8412480" y="169164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01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0080" y="265176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Basics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685800" y="3886200"/>
            <a:ext cx="2377440" cy="0"/>
          </a:xfrm>
          <a:prstGeom prst="line">
            <a:avLst/>
          </a:prstGeom>
          <a:noFill/>
          <a:ln w="25400">
            <a:solidFill>
              <a:srgbClr val="F5B8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line you'll live in as a pentester.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·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Filesystem: everything is a 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93976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asset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18334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391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4231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of everything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19088" y="2093976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1" descr="asset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2218334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391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269480" y="24231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user files live here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3465576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6" name="Image 2" descr="asset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3589934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4107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app config files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32461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9088" y="3465576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21" name="Image 3" descr="assets/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3589934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4107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/root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26948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user's home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46177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1248" y="4837176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26" name="Image 4" descr="assets/fol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961534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47823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691640" y="5166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mail, web data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217920" y="46177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19088" y="4837176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31" name="Image 5" descr="assets/fold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446" y="4961534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47823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/tmp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7269480" y="5166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files — writable by all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·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around &amp; handling files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asset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110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9280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8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Navigate &amp; look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349240" cy="1517904"/>
          </a:xfrm>
          <a:prstGeom prst="roundRect">
            <a:avLst>
              <a:gd name="adj" fmla="val 3614"/>
            </a:avLst>
          </a:prstGeom>
          <a:solidFill>
            <a:srgbClr val="1C0720"/>
          </a:solidFill>
          <a:ln w="12700">
            <a:solidFill>
              <a:srgbClr val="5A2A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697480"/>
            <a:ext cx="50200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            # where am I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         # list all + details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/var/log    # change directory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file.txt   # print a file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assets/fold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9110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89280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8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Create, copy, remove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446520" y="260604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C0720"/>
          </a:solidFill>
          <a:ln w="12700">
            <a:solidFill>
              <a:srgbClr val="5A2A6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11112" y="2697480"/>
            <a:ext cx="50200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loot     # new folder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a.txt    # new empty file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a.txt b.txt # copy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b.txt /tmp  # move / rename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a.txt       # delete (careful!)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press  Tab  to auto-complete names, and  ↑  to reuse past commands.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·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Permissions: read, write, execute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577840" cy="3566160"/>
          </a:xfrm>
          <a:prstGeom prst="roundRect">
            <a:avLst>
              <a:gd name="adj" fmla="val 2564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asset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86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 -rwxr-xr--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5920" y="31821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31920" y="31821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3813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645920" y="3840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931920" y="3840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5840" y="44714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45920" y="44988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931920" y="44988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37960" y="18288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8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them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537960" y="2331720"/>
            <a:ext cx="4983480" cy="1207008"/>
          </a:xfrm>
          <a:prstGeom prst="roundRect">
            <a:avLst>
              <a:gd name="adj" fmla="val 4545"/>
            </a:avLst>
          </a:prstGeom>
          <a:solidFill>
            <a:srgbClr val="1C0720"/>
          </a:solidFill>
          <a:ln w="12700">
            <a:solidFill>
              <a:srgbClr val="5A2A6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02552" y="2423160"/>
            <a:ext cx="46542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run.sh   # make executable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755 file    # rwx r-x r-x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chown me:me file  # change owner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37960" y="37947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 / Group / Others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37960" y="416052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three digits in 755 sets permissions for one of these — add the numbers (4+2+1) to build each digit.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·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Users, sudo &amp; installing tools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asset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2199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D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&amp; root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can do anything. You usually run as a normal user and elevate only when needed.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4754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whoami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id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su - root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07992" y="17830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207568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asset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22199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D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sudo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82312" y="347472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command with admin rights. Safer than staying as root.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782312" y="4754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sudo apt update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sudo systemctl restart ssh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375904" y="17830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50224" y="207568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8" name="Image 2" descr="assets/pack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222199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50224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D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(apt)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650224" y="347472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tools you need on Debian / Kali / Ubuntu.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650224" y="4754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sudo apt install nmap
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apt search gobuster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·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moves: search, filter, pipe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574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asset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2189074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842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35915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text inside files or output.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295351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users.txt | grep admin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5392" y="20574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asset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066" y="2189074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9842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360920" y="235915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files across the system.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65392" y="295351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/ -name '*.conf' 2&gt;/dev/null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7947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0690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8" name="Image 2" descr="asset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4200754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9959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pipes  |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691640" y="43708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command's output into another.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96112" y="496519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access.log | grep 404 | wc -l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09360" y="37947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65392" y="406908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24" name="Image 3" descr="asset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066" y="4200754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60920" y="39959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processes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360920" y="43708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running / who's listening.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565392" y="496519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  |   ss -tulpn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0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8412480" y="169164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B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0080" y="265176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 Tools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685800" y="3886200"/>
            <a:ext cx="2377440" cy="0"/>
          </a:xfrm>
          <a:prstGeom prst="line">
            <a:avLst/>
          </a:prstGeom>
          <a:noFill/>
          <a:ln w="25400">
            <a:solidFill>
              <a:srgbClr val="F5B8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target before you ever send an exploit.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 ·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recon? Passive vs active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3A1240"/>
          </a:solidFill>
          <a:ln w="15875">
            <a:solidFill>
              <a:srgbClr val="E85DA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574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D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5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touch the target directly. Pull from public sources — no traffic to them.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384048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dorking
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crt.sh certificates
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 Machine
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/ public DNS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3A1240"/>
          </a:solidFill>
          <a:ln w="15875">
            <a:solidFill>
              <a:srgbClr val="B588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0574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8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720840" y="2697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5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traffic to the target. Louder, more data — needs authorisation.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12280" y="384048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 (nmap)
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brute-forcing
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 resolving
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fingerprinting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only recon what you're authorised to test.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 ·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Subdomain enumeration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target's hidden attack surface — dev, staging, admin, api…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subfinder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49040" y="230428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passive subdomain finder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0" y="230428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subfinder -d target.com -silent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18688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48184F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32841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332841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enumeration + DNS mapping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332841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amass enum -d target.com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42816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35254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assetfinder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435254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related-domain grabber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35254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assetfinder --subs-only target.com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66944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48184F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537667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5376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which subs are alive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0" y="537667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subs.txt | httpx -title -sc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 ·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directory discovery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hidden paths, files and endpoints using wordlists.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11880" cy="3611880"/>
          </a:xfrm>
          <a:prstGeom prst="roundRect">
            <a:avLst>
              <a:gd name="adj" fmla="val 2532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231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asset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5694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ffuf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Blazing-fast web fuzzer.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4389120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1C0720"/>
          </a:solidFill>
          <a:ln w="12700">
            <a:solidFill>
              <a:srgbClr val="5A2A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448056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ffuf -u https://t.com/FUZZ -w list.txt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07992" y="2148840"/>
            <a:ext cx="3611880" cy="3611880"/>
          </a:xfrm>
          <a:prstGeom prst="roundRect">
            <a:avLst>
              <a:gd name="adj" fmla="val 2532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82312" y="24231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1" descr="asset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56946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50992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gobuster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782312" y="3383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Dir/DNS/vhost brute-forcer.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82312" y="4389120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1C0720"/>
          </a:solidFill>
          <a:ln w="12700">
            <a:solidFill>
              <a:srgbClr val="5A2A6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19472" y="448056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gobuster dir -u https://t.com -w list.txt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375904" y="2148840"/>
            <a:ext cx="3611880" cy="3611880"/>
          </a:xfrm>
          <a:prstGeom prst="roundRect">
            <a:avLst>
              <a:gd name="adj" fmla="val 2532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650224" y="24231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21" name="Image 2" descr="asset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2569464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518904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dirsearch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650224" y="3383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scanner with smart defaults.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650224" y="4389120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1C0720"/>
          </a:solidFill>
          <a:ln w="12700">
            <a:solidFill>
              <a:srgbClr val="5A2A6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787384" y="448056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dirsearch -u https://t.com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 ·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Fingerprinting &amp; port scanning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asset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D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it built with?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108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server, CMS, frameworks &amp; versions.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05840" y="3657600"/>
            <a:ext cx="4663440" cy="1207008"/>
          </a:xfrm>
          <a:prstGeom prst="roundRect">
            <a:avLst>
              <a:gd name="adj" fmla="val 4545"/>
            </a:avLst>
          </a:prstGeom>
          <a:solidFill>
            <a:srgbClr val="1C0720"/>
          </a:solidFill>
          <a:ln w="12700">
            <a:solidFill>
              <a:srgbClr val="5A2A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70432" y="3749040"/>
            <a:ext cx="43342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whatweb target.com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wappalyzer (browser ext)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nuclei -u target.com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1828800"/>
            <a:ext cx="5166360" cy="3840480"/>
          </a:xfrm>
          <a:prstGeom prst="roundRect">
            <a:avLst>
              <a:gd name="adj" fmla="val 2381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1488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3" name="Image 1" descr="asset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29514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28600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D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ports are open?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720840" y="31089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is the go-to scanner for services &amp; versions.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720840" y="3657600"/>
            <a:ext cx="4434840" cy="1207008"/>
          </a:xfrm>
          <a:prstGeom prst="roundRect">
            <a:avLst>
              <a:gd name="adj" fmla="val 4545"/>
            </a:avLst>
          </a:prstGeom>
          <a:solidFill>
            <a:srgbClr val="1C0720"/>
          </a:solidFill>
          <a:ln w="12700">
            <a:solidFill>
              <a:srgbClr val="5A2A6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85432" y="3749040"/>
            <a:ext cx="4105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target.com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-p- --min-rate 5000 t.com
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-sC -sV -oN scan.txt t.com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0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 ·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&amp; historical URLs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intel from public archives — often finds forgotten endpoints &amp; params.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2316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2554834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500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waybackurls / gau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72491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URL ever archived for a domain.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96112" y="33375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 target.com | sort -u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21488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65392" y="242316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3" name="Image 1" descr="asset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066" y="2554834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3500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dorks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60920" y="272491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search queries to surface exposed data.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565392" y="33375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site:target.com ext:php inurl:id=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41148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96112" y="43891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2" descr="asset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4520794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431596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crt.sh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91640" y="46908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transparency = free subdomain list.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96112" y="53035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crt.sh?q=%25.target.com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309360" y="41148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3A1240"/>
          </a:solidFill>
          <a:ln w="12700">
            <a:solidFill>
              <a:srgbClr val="5A2A6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65392" y="43891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48184F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25" name="Image 3" descr="asset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066" y="4520794"/>
            <a:ext cx="395021" cy="39502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431596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Shodan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360920" y="46908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for internet-exposed devices.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565392" y="53035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hostname:target.com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6A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0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 · 06  ·  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recon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3A1240"/>
          </a:solidFill>
          <a:ln w="12700">
            <a:solidFill>
              <a:srgbClr val="E85DA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32644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subfinder · amass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24912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80360" y="196596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3A1240"/>
          </a:solidFill>
          <a:ln w="12700">
            <a:solidFill>
              <a:srgbClr val="E85DA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2148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0896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 alive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108960" y="32644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65192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196596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3A1240"/>
          </a:solidFill>
          <a:ln w="12700">
            <a:solidFill>
              <a:srgbClr val="E85DA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49240" y="2148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492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Fingerprint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49240" y="32644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whatweb · nmap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05472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60920" y="196596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3A1240"/>
          </a:solidFill>
          <a:ln w="12700">
            <a:solidFill>
              <a:srgbClr val="E85DA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2148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58952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content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89520" y="32644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ffuf · gobuster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45752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6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01200" y="1965960"/>
            <a:ext cx="2103120" cy="1828800"/>
          </a:xfrm>
          <a:prstGeom prst="roundRect">
            <a:avLst>
              <a:gd name="adj" fmla="val 5000"/>
            </a:avLst>
          </a:prstGeom>
          <a:solidFill>
            <a:srgbClr val="3A1240"/>
          </a:solidFill>
          <a:ln w="12700">
            <a:solidFill>
              <a:srgbClr val="E85DA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29800" y="2148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82980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5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 &amp; test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829800" y="32644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58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Burp Suite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48184F"/>
          </a:solidFill>
          <a:ln w="15875">
            <a:solidFill>
              <a:srgbClr val="B588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44348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3A1240"/>
          </a:solidFill>
          <a:ln w="9525">
            <a:solidFill>
              <a:srgbClr val="F5B8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pic>
        <p:nvPicPr>
          <p:cNvPr id="30" name="Image 0" descr="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4599432"/>
            <a:ext cx="493776" cy="49377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920240" y="43434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8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  </a:t>
            </a:r>
            <a:pPr indent="0" marL="0">
              <a:buNone/>
            </a:pPr>
            <a:r>
              <a:rPr lang="en-US" sz="1450" dirty="0">
                <a:solidFill>
                  <a:srgbClr val="F5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your intercepting proxy. Everything above feeds into it: capture requests, tamper, repeat, and hunt bugs.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5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legal targets only — TryHackMe, HackTheBox, PortSwigger Labs, or scopes you're authorised for.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2026-07-26T11:23:03Z</dcterms:created>
  <dcterms:modified xsi:type="dcterms:W3CDTF">2026-07-26T11:23:03Z</dcterms:modified>
</cp:coreProperties>
</file>